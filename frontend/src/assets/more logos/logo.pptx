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854572-8428-4A61-A3DA-F964FB1BCD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AU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AU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A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5165B95-77B3-417F-A468-1A660A90A8DC}" type="slidenum"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167000" y="3056040"/>
            <a:ext cx="731520" cy="505800"/>
          </a:xfrm>
          <a:custGeom>
            <a:avLst/>
            <a:gdLst/>
            <a:ahLst/>
            <a:rect l="0" t="0" r="r" b="b"/>
            <a:pathLst>
              <a:path fill="none" w="2032" h="1405">
                <a:moveTo>
                  <a:pt x="2032" y="1403"/>
                </a:moveTo>
                <a:cubicBezTo>
                  <a:pt x="1277" y="1470"/>
                  <a:pt x="463" y="-154"/>
                  <a:pt x="0" y="12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4167000" y="3060360"/>
            <a:ext cx="731520" cy="566640"/>
          </a:xfrm>
          <a:custGeom>
            <a:avLst/>
            <a:gdLst/>
            <a:ahLst/>
            <a:rect l="0" t="0" r="r" b="b"/>
            <a:pathLst>
              <a:path fill="none" w="2032" h="1574">
                <a:moveTo>
                  <a:pt x="2032" y="1574"/>
                </a:moveTo>
                <a:cubicBezTo>
                  <a:pt x="1263" y="1472"/>
                  <a:pt x="784" y="221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4167000" y="3060360"/>
            <a:ext cx="774720" cy="625320"/>
          </a:xfrm>
          <a:custGeom>
            <a:avLst/>
            <a:gdLst/>
            <a:ahLst/>
            <a:rect l="0" t="0" r="r" b="b"/>
            <a:pathLst>
              <a:path fill="none" w="2152" h="1737">
                <a:moveTo>
                  <a:pt x="2152" y="1737"/>
                </a:moveTo>
                <a:cubicBezTo>
                  <a:pt x="736" y="1439"/>
                  <a:pt x="1030" y="561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 flipH="1" rot="1125000">
            <a:off x="2845080" y="2359440"/>
            <a:ext cx="1322640" cy="76428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33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4803120" y="3374640"/>
            <a:ext cx="138600" cy="177840"/>
          </a:xfrm>
          <a:custGeom>
            <a:avLst/>
            <a:gdLst/>
            <a:ahLst/>
            <a:rect l="0" t="0" r="r" b="b"/>
            <a:pathLst>
              <a:path fill="none" w="385" h="494">
                <a:moveTo>
                  <a:pt x="385" y="0"/>
                </a:moveTo>
                <a:cubicBezTo>
                  <a:pt x="344" y="301"/>
                  <a:pt x="326" y="506"/>
                  <a:pt x="0" y="493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4818960" y="3652560"/>
            <a:ext cx="97560" cy="163800"/>
          </a:xfrm>
          <a:custGeom>
            <a:avLst/>
            <a:gdLst/>
            <a:ahLst/>
            <a:rect l="0" t="0" r="r" b="b"/>
            <a:pathLst>
              <a:path fill="none" w="271" h="455">
                <a:moveTo>
                  <a:pt x="270" y="455"/>
                </a:moveTo>
                <a:cubicBezTo>
                  <a:pt x="270" y="249"/>
                  <a:pt x="301" y="92"/>
                  <a:pt x="0" y="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 flipH="1" flipV="1">
            <a:off x="5035320" y="1284120"/>
            <a:ext cx="191520" cy="3395880"/>
          </a:xfrm>
          <a:prstGeom prst="line">
            <a:avLst/>
          </a:prstGeom>
          <a:ln cap="rnd" w="108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99000" bIns="99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207600" y="684000"/>
            <a:ext cx="1293480" cy="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-135000" bIns="-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 flipV="1">
            <a:off x="2669760" y="1197360"/>
            <a:ext cx="0" cy="2963160"/>
          </a:xfrm>
          <a:prstGeom prst="line">
            <a:avLst/>
          </a:prstGeom>
          <a:ln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669760" y="684000"/>
            <a:ext cx="540000" cy="540000"/>
          </a:xfrm>
          <a:custGeom>
            <a:avLst/>
            <a:gdLst/>
            <a:ahLst/>
            <a:rect l="0" t="0" r="r" b="b"/>
            <a:pathLst>
              <a:path fill="none" w="1500" h="1500">
                <a:moveTo>
                  <a:pt x="0" y="1500"/>
                </a:moveTo>
                <a:cubicBezTo>
                  <a:pt x="0" y="0"/>
                  <a:pt x="1500" y="0"/>
                  <a:pt x="1500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2671920" y="4140000"/>
            <a:ext cx="540000" cy="540000"/>
          </a:xfrm>
          <a:custGeom>
            <a:avLst/>
            <a:gdLst/>
            <a:ahLst/>
            <a:rect l="0" t="0" r="r" b="b"/>
            <a:pathLst>
              <a:path fill="none" w="1500" h="1500">
                <a:moveTo>
                  <a:pt x="1500" y="1500"/>
                </a:moveTo>
                <a:cubicBezTo>
                  <a:pt x="0" y="1500"/>
                  <a:pt x="0" y="0"/>
                  <a:pt x="0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180240" y="4680000"/>
            <a:ext cx="3007440" cy="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-135000" bIns="-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 flipV="1">
            <a:off x="4901760" y="1284120"/>
            <a:ext cx="133560" cy="3395880"/>
          </a:xfrm>
          <a:prstGeom prst="line">
            <a:avLst/>
          </a:prstGeom>
          <a:ln cap="rnd" w="108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99000" bIns="99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rot="16266600">
            <a:off x="4577400" y="336600"/>
            <a:ext cx="925560" cy="61632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54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 flipV="1">
            <a:off x="5044320" y="2381400"/>
            <a:ext cx="16920" cy="1432800"/>
          </a:xfrm>
          <a:prstGeom prst="line">
            <a:avLst/>
          </a:prstGeom>
          <a:ln w="144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0" rIns="162000" tIns="117000" bIns="117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 flipV="1">
            <a:off x="5039280" y="3753360"/>
            <a:ext cx="1800" cy="904320"/>
          </a:xfrm>
          <a:prstGeom prst="line">
            <a:avLst/>
          </a:prstGeom>
          <a:ln w="252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00" rIns="216000" tIns="171000" bIns="17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 flipH="1">
            <a:off x="5518440" y="679680"/>
            <a:ext cx="1349280" cy="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-135000" bIns="-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V="1">
            <a:off x="7385760" y="1197360"/>
            <a:ext cx="0" cy="229176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845760" y="679680"/>
            <a:ext cx="540000" cy="540000"/>
          </a:xfrm>
          <a:custGeom>
            <a:avLst/>
            <a:gdLst/>
            <a:ahLst/>
            <a:rect l="0" t="0" r="r" b="b"/>
            <a:pathLst>
              <a:path fill="none" w="1500" h="1500">
                <a:moveTo>
                  <a:pt x="1500" y="1500"/>
                </a:moveTo>
                <a:cubicBezTo>
                  <a:pt x="1500" y="0"/>
                  <a:pt x="0" y="0"/>
                  <a:pt x="0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6350400" y="3650400"/>
            <a:ext cx="180000" cy="180000"/>
          </a:xfrm>
          <a:custGeom>
            <a:avLst/>
            <a:gdLst/>
            <a:ahLst/>
            <a:rect l="0" t="0" r="r" b="b"/>
            <a:pathLst>
              <a:path fill="none" w="500" h="500">
                <a:moveTo>
                  <a:pt x="0" y="500"/>
                </a:moveTo>
                <a:cubicBezTo>
                  <a:pt x="0" y="0"/>
                  <a:pt x="500" y="0"/>
                  <a:pt x="500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" name=""/>
          <p:cNvGrpSpPr/>
          <p:nvPr/>
        </p:nvGrpSpPr>
        <p:grpSpPr>
          <a:xfrm>
            <a:off x="3112920" y="3472200"/>
            <a:ext cx="959040" cy="811800"/>
            <a:chOff x="3112920" y="3472200"/>
            <a:chExt cx="959040" cy="811800"/>
          </a:xfrm>
        </p:grpSpPr>
        <p:sp>
          <p:nvSpPr>
            <p:cNvPr id="28" name=""/>
            <p:cNvSpPr/>
            <p:nvPr/>
          </p:nvSpPr>
          <p:spPr>
            <a:xfrm>
              <a:off x="3112920" y="3472200"/>
              <a:ext cx="918360" cy="0"/>
            </a:xfrm>
            <a:prstGeom prst="line">
              <a:avLst/>
            </a:prstGeom>
            <a:ln cap="rnd" w="108000">
              <a:solidFill>
                <a:srgbClr val="6c16d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-99000" bIns="-99000" anchor="ctr">
              <a:noAutofit/>
            </a:bodyPr>
            <a:p>
              <a:endParaRPr b="0" lang="en-A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3112920" y="4284000"/>
              <a:ext cx="374040" cy="0"/>
            </a:xfrm>
            <a:prstGeom prst="line">
              <a:avLst/>
            </a:prstGeom>
            <a:ln cap="rnd" w="108000">
              <a:solidFill>
                <a:srgbClr val="6c16d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-99000" bIns="-99000" anchor="ctr">
              <a:noAutofit/>
            </a:bodyPr>
            <a:p>
              <a:endParaRPr b="0" lang="en-A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3112920" y="3742920"/>
              <a:ext cx="959040" cy="0"/>
            </a:xfrm>
            <a:prstGeom prst="line">
              <a:avLst/>
            </a:prstGeom>
            <a:ln cap="rnd" w="108000">
              <a:solidFill>
                <a:srgbClr val="6c16d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-99000" bIns="-99000" anchor="ctr">
              <a:noAutofit/>
            </a:bodyPr>
            <a:p>
              <a:endParaRPr b="0" lang="en-A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3112920" y="4013280"/>
              <a:ext cx="910800" cy="0"/>
            </a:xfrm>
            <a:prstGeom prst="line">
              <a:avLst/>
            </a:prstGeom>
            <a:ln cap="rnd" w="108000">
              <a:solidFill>
                <a:srgbClr val="6c16d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-99000" bIns="-99000" anchor="ctr">
              <a:noAutofit/>
            </a:bodyPr>
            <a:p>
              <a:endParaRPr b="0" lang="en-A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" name=""/>
          <p:cNvSpPr/>
          <p:nvPr/>
        </p:nvSpPr>
        <p:spPr>
          <a:xfrm>
            <a:off x="6176160" y="4500000"/>
            <a:ext cx="180000" cy="180000"/>
          </a:xfrm>
          <a:custGeom>
            <a:avLst/>
            <a:gdLst/>
            <a:ahLst/>
            <a:rect l="0" t="0" r="r" b="b"/>
            <a:pathLst>
              <a:path fill="none" w="500" h="500">
                <a:moveTo>
                  <a:pt x="500" y="0"/>
                </a:moveTo>
                <a:cubicBezTo>
                  <a:pt x="500" y="500"/>
                  <a:pt x="0" y="500"/>
                  <a:pt x="0" y="50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205760" y="3470400"/>
            <a:ext cx="180000" cy="180000"/>
          </a:xfrm>
          <a:custGeom>
            <a:avLst/>
            <a:gdLst/>
            <a:ahLst/>
            <a:rect l="0" t="0" r="r" b="b"/>
            <a:pathLst>
              <a:path fill="none" w="500" h="500">
                <a:moveTo>
                  <a:pt x="500" y="0"/>
                </a:moveTo>
                <a:cubicBezTo>
                  <a:pt x="500" y="500"/>
                  <a:pt x="0" y="500"/>
                  <a:pt x="0" y="50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 flipV="1">
            <a:off x="6350400" y="3820320"/>
            <a:ext cx="5760" cy="696240"/>
          </a:xfrm>
          <a:prstGeom prst="line">
            <a:avLst/>
          </a:prstGeom>
          <a:ln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508440" y="3650400"/>
            <a:ext cx="712440" cy="0"/>
          </a:xfrm>
          <a:prstGeom prst="line">
            <a:avLst/>
          </a:prstGeom>
          <a:ln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-135000" bIns="-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 flipV="1">
            <a:off x="6330960" y="3606120"/>
            <a:ext cx="999000" cy="999000"/>
          </a:xfrm>
          <a:prstGeom prst="line">
            <a:avLst/>
          </a:prstGeom>
          <a:ln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 rot="5400000">
            <a:off x="6412680" y="3654720"/>
            <a:ext cx="791640" cy="782640"/>
          </a:xfrm>
          <a:prstGeom prst="rtTriangle">
            <a:avLst/>
          </a:prstGeom>
          <a:solidFill>
            <a:srgbClr val="6c16de"/>
          </a:soli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150880" y="4163760"/>
            <a:ext cx="415080" cy="516240"/>
          </a:xfrm>
          <a:custGeom>
            <a:avLst/>
            <a:gdLst/>
            <a:ahLst/>
            <a:rect l="0" t="0" r="r" b="b"/>
            <a:pathLst>
              <a:path fill="none" w="1153" h="1434">
                <a:moveTo>
                  <a:pt x="1153" y="1434"/>
                </a:moveTo>
                <a:cubicBezTo>
                  <a:pt x="61" y="1434"/>
                  <a:pt x="54" y="672"/>
                  <a:pt x="0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4545000" y="4158000"/>
            <a:ext cx="417960" cy="522000"/>
          </a:xfrm>
          <a:custGeom>
            <a:avLst/>
            <a:gdLst/>
            <a:ahLst/>
            <a:rect l="0" t="0" r="r" b="b"/>
            <a:pathLst>
              <a:path fill="none" w="1161" h="1450">
                <a:moveTo>
                  <a:pt x="0" y="1450"/>
                </a:moveTo>
                <a:cubicBezTo>
                  <a:pt x="1092" y="1450"/>
                  <a:pt x="1107" y="672"/>
                  <a:pt x="1161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211720" y="3337920"/>
            <a:ext cx="747360" cy="433080"/>
          </a:xfrm>
          <a:custGeom>
            <a:avLst/>
            <a:gdLst/>
            <a:ahLst/>
            <a:rect l="0" t="0" r="r" b="b"/>
            <a:pathLst>
              <a:path fill="none" w="2076" h="1203">
                <a:moveTo>
                  <a:pt x="0" y="1203"/>
                </a:moveTo>
                <a:cubicBezTo>
                  <a:pt x="1435" y="946"/>
                  <a:pt x="967" y="350"/>
                  <a:pt x="2076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211720" y="3337920"/>
            <a:ext cx="747360" cy="550080"/>
          </a:xfrm>
          <a:custGeom>
            <a:avLst/>
            <a:gdLst/>
            <a:ahLst/>
            <a:rect l="0" t="0" r="r" b="b"/>
            <a:pathLst>
              <a:path fill="none" w="2076" h="1528">
                <a:moveTo>
                  <a:pt x="0" y="1528"/>
                </a:moveTo>
                <a:cubicBezTo>
                  <a:pt x="1563" y="1364"/>
                  <a:pt x="1098" y="389"/>
                  <a:pt x="2076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211720" y="3344760"/>
            <a:ext cx="747360" cy="475200"/>
          </a:xfrm>
          <a:custGeom>
            <a:avLst/>
            <a:gdLst/>
            <a:ahLst/>
            <a:rect l="0" t="0" r="r" b="b"/>
            <a:pathLst>
              <a:path fill="none" w="2076" h="1320">
                <a:moveTo>
                  <a:pt x="0" y="1320"/>
                </a:moveTo>
                <a:cubicBezTo>
                  <a:pt x="1215" y="1225"/>
                  <a:pt x="1118" y="319"/>
                  <a:pt x="2076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 rot="20475000">
            <a:off x="5973840" y="2628360"/>
            <a:ext cx="1224360" cy="76464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75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181120" y="3613320"/>
            <a:ext cx="138240" cy="138240"/>
          </a:xfrm>
          <a:custGeom>
            <a:avLst/>
            <a:gdLst/>
            <a:ahLst/>
            <a:rect l="0" t="0" r="r" b="b"/>
            <a:pathLst>
              <a:path fill="none" w="384" h="384">
                <a:moveTo>
                  <a:pt x="0" y="0"/>
                </a:moveTo>
                <a:cubicBezTo>
                  <a:pt x="0" y="206"/>
                  <a:pt x="85" y="438"/>
                  <a:pt x="384" y="373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57240" bIns="5724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204880" y="3873240"/>
            <a:ext cx="113400" cy="174240"/>
          </a:xfrm>
          <a:custGeom>
            <a:avLst/>
            <a:gdLst/>
            <a:ahLst/>
            <a:rect l="0" t="0" r="r" b="b"/>
            <a:pathLst>
              <a:path fill="none" w="315" h="484">
                <a:moveTo>
                  <a:pt x="0" y="484"/>
                </a:moveTo>
                <a:cubicBezTo>
                  <a:pt x="0" y="278"/>
                  <a:pt x="67" y="92"/>
                  <a:pt x="315" y="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150160" y="2381400"/>
            <a:ext cx="607680" cy="390600"/>
          </a:xfrm>
          <a:custGeom>
            <a:avLst/>
            <a:gdLst/>
            <a:ahLst/>
            <a:rect l="0" t="0" r="r" b="b"/>
            <a:pathLst>
              <a:path fill="none" w="1688" h="1085">
                <a:moveTo>
                  <a:pt x="0" y="1085"/>
                </a:moveTo>
                <a:cubicBezTo>
                  <a:pt x="760" y="1041"/>
                  <a:pt x="979" y="332"/>
                  <a:pt x="1688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157360" y="2381400"/>
            <a:ext cx="600480" cy="497880"/>
          </a:xfrm>
          <a:custGeom>
            <a:avLst/>
            <a:gdLst/>
            <a:ahLst/>
            <a:rect l="0" t="0" r="r" b="b"/>
            <a:pathLst>
              <a:path fill="none" w="1668" h="1383">
                <a:moveTo>
                  <a:pt x="0" y="1383"/>
                </a:moveTo>
                <a:cubicBezTo>
                  <a:pt x="1221" y="923"/>
                  <a:pt x="883" y="520"/>
                  <a:pt x="1668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164560" y="2381400"/>
            <a:ext cx="593280" cy="435240"/>
          </a:xfrm>
          <a:custGeom>
            <a:avLst/>
            <a:gdLst/>
            <a:ahLst/>
            <a:rect l="0" t="0" r="r" b="b"/>
            <a:pathLst>
              <a:path fill="none" w="1648" h="1209">
                <a:moveTo>
                  <a:pt x="0" y="1187"/>
                </a:moveTo>
                <a:cubicBezTo>
                  <a:pt x="581" y="1358"/>
                  <a:pt x="828" y="494"/>
                  <a:pt x="1648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 rot="20115600">
            <a:off x="5696640" y="1728360"/>
            <a:ext cx="995040" cy="64116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75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129280" y="2616840"/>
            <a:ext cx="130680" cy="141840"/>
          </a:xfrm>
          <a:custGeom>
            <a:avLst/>
            <a:gdLst/>
            <a:ahLst/>
            <a:rect l="0" t="0" r="r" b="b"/>
            <a:pathLst>
              <a:path fill="none" w="363" h="394">
                <a:moveTo>
                  <a:pt x="0" y="0"/>
                </a:moveTo>
                <a:cubicBezTo>
                  <a:pt x="0" y="239"/>
                  <a:pt x="135" y="450"/>
                  <a:pt x="363" y="38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60840" bIns="6084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152320" y="2831400"/>
            <a:ext cx="122400" cy="194400"/>
          </a:xfrm>
          <a:custGeom>
            <a:avLst/>
            <a:gdLst/>
            <a:ahLst/>
            <a:rect l="0" t="0" r="r" b="b"/>
            <a:pathLst>
              <a:path fill="none" w="340" h="540">
                <a:moveTo>
                  <a:pt x="0" y="540"/>
                </a:moveTo>
                <a:cubicBezTo>
                  <a:pt x="0" y="273"/>
                  <a:pt x="-28" y="164"/>
                  <a:pt x="340" y="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399200" y="1900800"/>
            <a:ext cx="571680" cy="434160"/>
          </a:xfrm>
          <a:custGeom>
            <a:avLst/>
            <a:gdLst/>
            <a:ahLst/>
            <a:rect l="0" t="0" r="r" b="b"/>
            <a:pathLst>
              <a:path fill="none" w="1588" h="1206">
                <a:moveTo>
                  <a:pt x="1588" y="1172"/>
                </a:moveTo>
                <a:cubicBezTo>
                  <a:pt x="918" y="1355"/>
                  <a:pt x="273" y="785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399200" y="1900800"/>
            <a:ext cx="571680" cy="517320"/>
          </a:xfrm>
          <a:custGeom>
            <a:avLst/>
            <a:gdLst/>
            <a:ahLst/>
            <a:rect l="0" t="0" r="r" b="b"/>
            <a:pathLst>
              <a:path fill="none" w="1588" h="1437">
                <a:moveTo>
                  <a:pt x="1588" y="1434"/>
                </a:moveTo>
                <a:cubicBezTo>
                  <a:pt x="818" y="1479"/>
                  <a:pt x="402" y="988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399200" y="1900800"/>
            <a:ext cx="571680" cy="468000"/>
          </a:xfrm>
          <a:custGeom>
            <a:avLst/>
            <a:gdLst/>
            <a:ahLst/>
            <a:rect l="0" t="0" r="r" b="b"/>
            <a:pathLst>
              <a:path fill="none" w="1588" h="1300">
                <a:moveTo>
                  <a:pt x="1588" y="1300"/>
                </a:moveTo>
                <a:cubicBezTo>
                  <a:pt x="743" y="1159"/>
                  <a:pt x="653" y="1402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 rot="1484400">
            <a:off x="3550320" y="1283040"/>
            <a:ext cx="939240" cy="54720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33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874040" y="2165040"/>
            <a:ext cx="109080" cy="176040"/>
          </a:xfrm>
          <a:custGeom>
            <a:avLst/>
            <a:gdLst/>
            <a:ahLst/>
            <a:rect l="0" t="0" r="r" b="b"/>
            <a:pathLst>
              <a:path fill="none" w="303" h="489">
                <a:moveTo>
                  <a:pt x="303" y="0"/>
                </a:moveTo>
                <a:cubicBezTo>
                  <a:pt x="283" y="284"/>
                  <a:pt x="269" y="472"/>
                  <a:pt x="0" y="489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833360" y="2409480"/>
            <a:ext cx="130320" cy="156240"/>
          </a:xfrm>
          <a:custGeom>
            <a:avLst/>
            <a:gdLst/>
            <a:ahLst/>
            <a:rect l="0" t="0" r="r" b="b"/>
            <a:pathLst>
              <a:path fill="none" w="362" h="434">
                <a:moveTo>
                  <a:pt x="362" y="434"/>
                </a:moveTo>
                <a:cubicBezTo>
                  <a:pt x="362" y="223"/>
                  <a:pt x="267" y="24"/>
                  <a:pt x="0" y="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75240" bIns="7524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flipH="1">
            <a:off x="3367440" y="1003680"/>
            <a:ext cx="5632920" cy="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-135000" bIns="-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 flipV="1">
            <a:off x="9504000" y="1500120"/>
            <a:ext cx="0" cy="224100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8964000" y="1003680"/>
            <a:ext cx="540000" cy="540000"/>
          </a:xfrm>
          <a:custGeom>
            <a:avLst/>
            <a:gdLst/>
            <a:ahLst/>
            <a:rect l="0" t="0" r="r" b="b"/>
            <a:pathLst>
              <a:path fill="none" w="1500" h="1500">
                <a:moveTo>
                  <a:pt x="1500" y="1500"/>
                </a:moveTo>
                <a:cubicBezTo>
                  <a:pt x="1500" y="0"/>
                  <a:pt x="0" y="0"/>
                  <a:pt x="0" y="0"/>
                </a:cubicBezTo>
              </a:path>
            </a:pathLst>
          </a:custGeom>
          <a:ln cap="rnd"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8474400" y="3902400"/>
            <a:ext cx="180000" cy="180000"/>
          </a:xfrm>
          <a:custGeom>
            <a:avLst/>
            <a:gdLst/>
            <a:ahLst/>
            <a:rect l="0" t="0" r="r" b="b"/>
            <a:pathLst>
              <a:path fill="none" w="500" h="500">
                <a:moveTo>
                  <a:pt x="0" y="500"/>
                </a:moveTo>
                <a:cubicBezTo>
                  <a:pt x="0" y="0"/>
                  <a:pt x="500" y="0"/>
                  <a:pt x="500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8300160" y="4752000"/>
            <a:ext cx="180000" cy="180000"/>
          </a:xfrm>
          <a:custGeom>
            <a:avLst/>
            <a:gdLst/>
            <a:ahLst/>
            <a:rect l="0" t="0" r="r" b="b"/>
            <a:pathLst>
              <a:path fill="none" w="500" h="500">
                <a:moveTo>
                  <a:pt x="500" y="0"/>
                </a:moveTo>
                <a:cubicBezTo>
                  <a:pt x="500" y="500"/>
                  <a:pt x="0" y="500"/>
                  <a:pt x="0" y="50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324000" y="3722400"/>
            <a:ext cx="180000" cy="180000"/>
          </a:xfrm>
          <a:custGeom>
            <a:avLst/>
            <a:gdLst/>
            <a:ahLst/>
            <a:rect l="0" t="0" r="r" b="b"/>
            <a:pathLst>
              <a:path fill="none" w="500" h="500">
                <a:moveTo>
                  <a:pt x="500" y="0"/>
                </a:moveTo>
                <a:cubicBezTo>
                  <a:pt x="500" y="500"/>
                  <a:pt x="0" y="500"/>
                  <a:pt x="0" y="50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 flipV="1">
            <a:off x="8474400" y="4072320"/>
            <a:ext cx="5760" cy="696240"/>
          </a:xfrm>
          <a:prstGeom prst="line">
            <a:avLst/>
          </a:prstGeom>
          <a:ln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632440" y="3902400"/>
            <a:ext cx="712440" cy="0"/>
          </a:xfrm>
          <a:prstGeom prst="line">
            <a:avLst/>
          </a:prstGeom>
          <a:ln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-135000" bIns="-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8447400" y="3858120"/>
            <a:ext cx="999000" cy="99900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 rot="5400000">
            <a:off x="8536680" y="3906720"/>
            <a:ext cx="791640" cy="782640"/>
          </a:xfrm>
          <a:prstGeom prst="rtTriangle">
            <a:avLst/>
          </a:prstGeom>
          <a:solidFill>
            <a:srgbClr val="6c16de"/>
          </a:soli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flipH="1" flipV="1">
            <a:off x="2827440" y="1536120"/>
            <a:ext cx="191520" cy="3395880"/>
          </a:xfrm>
          <a:prstGeom prst="line">
            <a:avLst/>
          </a:prstGeom>
          <a:ln cap="rnd" w="108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99000" bIns="99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005840" y="1008000"/>
            <a:ext cx="1293480" cy="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-135000" bIns="-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 flipV="1">
            <a:off x="468000" y="1548000"/>
            <a:ext cx="0" cy="286452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68000" y="1008000"/>
            <a:ext cx="540000" cy="540000"/>
          </a:xfrm>
          <a:custGeom>
            <a:avLst/>
            <a:gdLst/>
            <a:ahLst/>
            <a:rect l="0" t="0" r="r" b="b"/>
            <a:pathLst>
              <a:path fill="none" w="1500" h="1500">
                <a:moveTo>
                  <a:pt x="0" y="1500"/>
                </a:moveTo>
                <a:cubicBezTo>
                  <a:pt x="0" y="0"/>
                  <a:pt x="1500" y="0"/>
                  <a:pt x="1500" y="0"/>
                </a:cubicBezTo>
              </a:path>
            </a:pathLst>
          </a:custGeom>
          <a:ln cap="rnd"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68000" y="4392000"/>
            <a:ext cx="540000" cy="540000"/>
          </a:xfrm>
          <a:custGeom>
            <a:avLst/>
            <a:gdLst/>
            <a:ahLst/>
            <a:rect l="0" t="0" r="r" b="b"/>
            <a:pathLst>
              <a:path fill="none" w="1500" h="1500">
                <a:moveTo>
                  <a:pt x="1500" y="1500"/>
                </a:moveTo>
                <a:cubicBezTo>
                  <a:pt x="0" y="1500"/>
                  <a:pt x="0" y="0"/>
                  <a:pt x="0" y="0"/>
                </a:cubicBezTo>
              </a:path>
            </a:pathLst>
          </a:custGeom>
          <a:ln cap="rnd"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84600" y="4932000"/>
            <a:ext cx="7346880" cy="0"/>
          </a:xfrm>
          <a:prstGeom prst="line">
            <a:avLst/>
          </a:prstGeom>
          <a:ln cap="rnd" w="180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-135000" bIns="-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2700000" y="1536120"/>
            <a:ext cx="133560" cy="3395880"/>
          </a:xfrm>
          <a:prstGeom prst="line">
            <a:avLst/>
          </a:prstGeom>
          <a:ln cap="rnd" w="108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99000" bIns="99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 rot="16266600">
            <a:off x="2384640" y="624600"/>
            <a:ext cx="925560" cy="61632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54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 rot="20475000">
            <a:off x="3770280" y="2880360"/>
            <a:ext cx="1224360" cy="76464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75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968480" y="3308040"/>
            <a:ext cx="731520" cy="505800"/>
          </a:xfrm>
          <a:custGeom>
            <a:avLst/>
            <a:gdLst/>
            <a:ahLst/>
            <a:rect l="0" t="0" r="r" b="b"/>
            <a:pathLst>
              <a:path fill="none" w="2032" h="1405">
                <a:moveTo>
                  <a:pt x="2032" y="1403"/>
                </a:moveTo>
                <a:cubicBezTo>
                  <a:pt x="1277" y="1470"/>
                  <a:pt x="463" y="-154"/>
                  <a:pt x="0" y="12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968480" y="3312360"/>
            <a:ext cx="731520" cy="566640"/>
          </a:xfrm>
          <a:custGeom>
            <a:avLst/>
            <a:gdLst/>
            <a:ahLst/>
            <a:rect l="0" t="0" r="r" b="b"/>
            <a:pathLst>
              <a:path fill="none" w="2032" h="1574">
                <a:moveTo>
                  <a:pt x="2032" y="1574"/>
                </a:moveTo>
                <a:cubicBezTo>
                  <a:pt x="1263" y="1472"/>
                  <a:pt x="784" y="221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968480" y="3312360"/>
            <a:ext cx="774720" cy="625320"/>
          </a:xfrm>
          <a:custGeom>
            <a:avLst/>
            <a:gdLst/>
            <a:ahLst/>
            <a:rect l="0" t="0" r="r" b="b"/>
            <a:pathLst>
              <a:path fill="none" w="2152" h="1737">
                <a:moveTo>
                  <a:pt x="2152" y="1737"/>
                </a:moveTo>
                <a:cubicBezTo>
                  <a:pt x="736" y="1439"/>
                  <a:pt x="1030" y="561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H="1" rot="1125000">
            <a:off x="646560" y="2611440"/>
            <a:ext cx="1322640" cy="76428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33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941200" y="2633400"/>
            <a:ext cx="607680" cy="390600"/>
          </a:xfrm>
          <a:custGeom>
            <a:avLst/>
            <a:gdLst/>
            <a:ahLst/>
            <a:rect l="0" t="0" r="r" b="b"/>
            <a:pathLst>
              <a:path fill="none" w="1688" h="1085">
                <a:moveTo>
                  <a:pt x="0" y="1085"/>
                </a:moveTo>
                <a:cubicBezTo>
                  <a:pt x="760" y="1041"/>
                  <a:pt x="979" y="332"/>
                  <a:pt x="1688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2948400" y="2633400"/>
            <a:ext cx="600480" cy="497880"/>
          </a:xfrm>
          <a:custGeom>
            <a:avLst/>
            <a:gdLst/>
            <a:ahLst/>
            <a:rect l="0" t="0" r="r" b="b"/>
            <a:pathLst>
              <a:path fill="none" w="1668" h="1383">
                <a:moveTo>
                  <a:pt x="0" y="1383"/>
                </a:moveTo>
                <a:cubicBezTo>
                  <a:pt x="1221" y="923"/>
                  <a:pt x="883" y="520"/>
                  <a:pt x="1668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2955600" y="2633400"/>
            <a:ext cx="593280" cy="435240"/>
          </a:xfrm>
          <a:custGeom>
            <a:avLst/>
            <a:gdLst/>
            <a:ahLst/>
            <a:rect l="0" t="0" r="r" b="b"/>
            <a:pathLst>
              <a:path fill="none" w="1648" h="1209">
                <a:moveTo>
                  <a:pt x="0" y="1187"/>
                </a:moveTo>
                <a:cubicBezTo>
                  <a:pt x="581" y="1358"/>
                  <a:pt x="828" y="494"/>
                  <a:pt x="1648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rot="20115600">
            <a:off x="3487680" y="1980360"/>
            <a:ext cx="995040" cy="64116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75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 flipV="1">
            <a:off x="2852640" y="2701800"/>
            <a:ext cx="3240" cy="1387080"/>
          </a:xfrm>
          <a:prstGeom prst="line">
            <a:avLst/>
          </a:prstGeom>
          <a:ln w="144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0" rIns="162000" tIns="117000" bIns="117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200320" y="2152800"/>
            <a:ext cx="571680" cy="434160"/>
          </a:xfrm>
          <a:custGeom>
            <a:avLst/>
            <a:gdLst/>
            <a:ahLst/>
            <a:rect l="0" t="0" r="r" b="b"/>
            <a:pathLst>
              <a:path fill="none" w="1588" h="1206">
                <a:moveTo>
                  <a:pt x="1588" y="1172"/>
                </a:moveTo>
                <a:cubicBezTo>
                  <a:pt x="918" y="1355"/>
                  <a:pt x="273" y="785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2200320" y="2152800"/>
            <a:ext cx="571680" cy="517320"/>
          </a:xfrm>
          <a:custGeom>
            <a:avLst/>
            <a:gdLst/>
            <a:ahLst/>
            <a:rect l="0" t="0" r="r" b="b"/>
            <a:pathLst>
              <a:path fill="none" w="1588" h="1437">
                <a:moveTo>
                  <a:pt x="1588" y="1434"/>
                </a:moveTo>
                <a:cubicBezTo>
                  <a:pt x="818" y="1479"/>
                  <a:pt x="402" y="988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200320" y="2152800"/>
            <a:ext cx="571680" cy="468000"/>
          </a:xfrm>
          <a:custGeom>
            <a:avLst/>
            <a:gdLst/>
            <a:ahLst/>
            <a:rect l="0" t="0" r="r" b="b"/>
            <a:pathLst>
              <a:path fill="none" w="1588" h="1300">
                <a:moveTo>
                  <a:pt x="1588" y="1300"/>
                </a:moveTo>
                <a:cubicBezTo>
                  <a:pt x="743" y="1159"/>
                  <a:pt x="653" y="1402"/>
                  <a:pt x="0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 flipH="1" rot="1484400">
            <a:off x="1351440" y="1535040"/>
            <a:ext cx="939240" cy="547200"/>
          </a:xfrm>
          <a:prstGeom prst="ellipse">
            <a:avLst/>
          </a:prstGeom>
          <a:gradFill rotWithShape="0">
            <a:gsLst>
              <a:gs pos="0">
                <a:srgbClr val="81d41a"/>
              </a:gs>
              <a:gs pos="25000">
                <a:srgbClr val="81d41a"/>
              </a:gs>
              <a:gs pos="25000">
                <a:srgbClr val="71be3f"/>
              </a:gs>
              <a:gs pos="50000">
                <a:srgbClr val="71be3f"/>
              </a:gs>
              <a:gs pos="50000">
                <a:srgbClr val="60a965"/>
              </a:gs>
              <a:gs pos="75000">
                <a:srgbClr val="60a965"/>
              </a:gs>
              <a:gs pos="75000">
                <a:srgbClr val="50938a"/>
              </a:gs>
              <a:gs pos="100000">
                <a:srgbClr val="50938a"/>
              </a:gs>
            </a:gsLst>
            <a:lin ang="3300000"/>
          </a:gradFill>
          <a:ln w="0">
            <a:solidFill>
              <a:srgbClr val="6c16d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 flipH="1" flipV="1">
            <a:off x="2838960" y="4005360"/>
            <a:ext cx="1800" cy="904320"/>
          </a:xfrm>
          <a:prstGeom prst="line">
            <a:avLst/>
          </a:prstGeom>
          <a:ln w="252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00" rIns="216000" tIns="171000" bIns="17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881160" y="4607280"/>
            <a:ext cx="1895760" cy="0"/>
          </a:xfrm>
          <a:prstGeom prst="line">
            <a:avLst/>
          </a:prstGeom>
          <a:ln cap="rnd" w="108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-99000" bIns="-99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881160" y="4045680"/>
            <a:ext cx="3747240" cy="0"/>
          </a:xfrm>
          <a:prstGeom prst="line">
            <a:avLst/>
          </a:prstGeom>
          <a:ln cap="rnd" w="108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-99000" bIns="-99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881160" y="4326480"/>
            <a:ext cx="3958560" cy="0"/>
          </a:xfrm>
          <a:prstGeom prst="line">
            <a:avLst/>
          </a:prstGeom>
          <a:ln cap="rnd" w="108000">
            <a:solidFill>
              <a:srgbClr val="6c1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-99000" bIns="-99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950200" y="4415760"/>
            <a:ext cx="415080" cy="516240"/>
          </a:xfrm>
          <a:custGeom>
            <a:avLst/>
            <a:gdLst/>
            <a:ahLst/>
            <a:rect l="0" t="0" r="r" b="b"/>
            <a:pathLst>
              <a:path fill="none" w="1153" h="1434">
                <a:moveTo>
                  <a:pt x="1153" y="1434"/>
                </a:moveTo>
                <a:cubicBezTo>
                  <a:pt x="61" y="1434"/>
                  <a:pt x="54" y="672"/>
                  <a:pt x="0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338200" y="4410000"/>
            <a:ext cx="417960" cy="522000"/>
          </a:xfrm>
          <a:custGeom>
            <a:avLst/>
            <a:gdLst/>
            <a:ahLst/>
            <a:rect l="0" t="0" r="r" b="b"/>
            <a:pathLst>
              <a:path fill="none" w="1161" h="1450">
                <a:moveTo>
                  <a:pt x="0" y="1450"/>
                </a:moveTo>
                <a:cubicBezTo>
                  <a:pt x="1092" y="1450"/>
                  <a:pt x="1107" y="672"/>
                  <a:pt x="1161" y="0"/>
                </a:cubicBezTo>
              </a:path>
            </a:pathLst>
          </a:custGeom>
          <a:ln w="180000">
            <a:solidFill>
              <a:srgbClr val="6c16de"/>
            </a:solidFill>
            <a:round/>
          </a:ln>
        </p:spPr>
        <p:txBody>
          <a:bodyPr lIns="180000" rIns="180000" tIns="135000" bIns="135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479920" y="2000520"/>
            <a:ext cx="3382920" cy="79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AU" sz="4800" spc="-1" strike="noStrike">
                <a:solidFill>
                  <a:srgbClr val="55215b"/>
                </a:solidFill>
                <a:latin typeface="Ubuntu"/>
              </a:rPr>
              <a:t>TreeNotes</a:t>
            </a:r>
            <a:endParaRPr b="1" lang="en-AU" sz="4800" spc="-1" strike="noStrike">
              <a:solidFill>
                <a:srgbClr val="55215b"/>
              </a:solidFill>
              <a:latin typeface="Ubuntu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142960" y="3076560"/>
            <a:ext cx="405648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AU" sz="2200" spc="-1" strike="noStrike">
                <a:solidFill>
                  <a:srgbClr val="6b5e9b"/>
                </a:solidFill>
                <a:latin typeface="Ubut"/>
              </a:rPr>
              <a:t>Organise.Connect.Remember</a:t>
            </a:r>
            <a:endParaRPr b="0" lang="en-AU" sz="2200" spc="-1" strike="noStrike">
              <a:solidFill>
                <a:srgbClr val="6b5e9b"/>
              </a:solidFill>
              <a:latin typeface="Ubut"/>
            </a:endParaRPr>
          </a:p>
        </p:txBody>
      </p:sp>
      <p:sp>
        <p:nvSpPr>
          <p:cNvPr id="98" name=""/>
          <p:cNvSpPr/>
          <p:nvPr/>
        </p:nvSpPr>
        <p:spPr>
          <a:xfrm>
            <a:off x="3008520" y="3590640"/>
            <a:ext cx="747360" cy="433080"/>
          </a:xfrm>
          <a:custGeom>
            <a:avLst/>
            <a:gdLst/>
            <a:ahLst/>
            <a:rect l="0" t="0" r="r" b="b"/>
            <a:pathLst>
              <a:path fill="none" w="2076" h="1203">
                <a:moveTo>
                  <a:pt x="0" y="1203"/>
                </a:moveTo>
                <a:cubicBezTo>
                  <a:pt x="1435" y="946"/>
                  <a:pt x="967" y="350"/>
                  <a:pt x="2076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008520" y="3590640"/>
            <a:ext cx="747360" cy="550080"/>
          </a:xfrm>
          <a:custGeom>
            <a:avLst/>
            <a:gdLst/>
            <a:ahLst/>
            <a:rect l="0" t="0" r="r" b="b"/>
            <a:pathLst>
              <a:path fill="none" w="2076" h="1528">
                <a:moveTo>
                  <a:pt x="0" y="1528"/>
                </a:moveTo>
                <a:cubicBezTo>
                  <a:pt x="1563" y="1364"/>
                  <a:pt x="1098" y="389"/>
                  <a:pt x="2076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008520" y="3597480"/>
            <a:ext cx="747360" cy="475200"/>
          </a:xfrm>
          <a:custGeom>
            <a:avLst/>
            <a:gdLst/>
            <a:ahLst/>
            <a:rect l="0" t="0" r="r" b="b"/>
            <a:pathLst>
              <a:path fill="none" w="2076" h="1320">
                <a:moveTo>
                  <a:pt x="0" y="1320"/>
                </a:moveTo>
                <a:cubicBezTo>
                  <a:pt x="1215" y="1225"/>
                  <a:pt x="1118" y="319"/>
                  <a:pt x="2076" y="0"/>
                </a:cubicBezTo>
              </a:path>
            </a:pathLst>
          </a:custGeom>
          <a:ln cap="rnd"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590560" y="3653280"/>
            <a:ext cx="142200" cy="143280"/>
          </a:xfrm>
          <a:custGeom>
            <a:avLst/>
            <a:gdLst/>
            <a:ahLst/>
            <a:rect l="0" t="0" r="r" b="b"/>
            <a:pathLst>
              <a:path fill="none" w="395" h="398">
                <a:moveTo>
                  <a:pt x="395" y="0"/>
                </a:moveTo>
                <a:cubicBezTo>
                  <a:pt x="395" y="280"/>
                  <a:pt x="290" y="445"/>
                  <a:pt x="0" y="386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62280" bIns="6228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977920" y="3866040"/>
            <a:ext cx="138240" cy="138960"/>
          </a:xfrm>
          <a:custGeom>
            <a:avLst/>
            <a:gdLst/>
            <a:ahLst/>
            <a:rect l="0" t="0" r="r" b="b"/>
            <a:pathLst>
              <a:path fill="none" w="384" h="386">
                <a:moveTo>
                  <a:pt x="0" y="0"/>
                </a:moveTo>
                <a:cubicBezTo>
                  <a:pt x="0" y="206"/>
                  <a:pt x="156" y="443"/>
                  <a:pt x="384" y="373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57960" bIns="5796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2920680" y="2869560"/>
            <a:ext cx="143280" cy="136800"/>
          </a:xfrm>
          <a:custGeom>
            <a:avLst/>
            <a:gdLst/>
            <a:ahLst/>
            <a:rect l="0" t="0" r="r" b="b"/>
            <a:pathLst>
              <a:path fill="none" w="398" h="380">
                <a:moveTo>
                  <a:pt x="0" y="0"/>
                </a:moveTo>
                <a:cubicBezTo>
                  <a:pt x="0" y="239"/>
                  <a:pt x="150" y="451"/>
                  <a:pt x="398" y="357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55800" bIns="558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675520" y="2463480"/>
            <a:ext cx="104040" cy="130320"/>
          </a:xfrm>
          <a:custGeom>
            <a:avLst/>
            <a:gdLst/>
            <a:ahLst/>
            <a:rect l="0" t="0" r="r" b="b"/>
            <a:pathLst>
              <a:path fill="none" w="289" h="362">
                <a:moveTo>
                  <a:pt x="289" y="0"/>
                </a:moveTo>
                <a:cubicBezTo>
                  <a:pt x="269" y="284"/>
                  <a:pt x="197" y="329"/>
                  <a:pt x="0" y="362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49320" bIns="4932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001680" y="4125960"/>
            <a:ext cx="113400" cy="174240"/>
          </a:xfrm>
          <a:custGeom>
            <a:avLst/>
            <a:gdLst/>
            <a:ahLst/>
            <a:rect l="0" t="0" r="r" b="b"/>
            <a:pathLst>
              <a:path fill="none" w="315" h="484">
                <a:moveTo>
                  <a:pt x="0" y="484"/>
                </a:moveTo>
                <a:cubicBezTo>
                  <a:pt x="0" y="278"/>
                  <a:pt x="67" y="92"/>
                  <a:pt x="315" y="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943720" y="3061080"/>
            <a:ext cx="158760" cy="217440"/>
          </a:xfrm>
          <a:custGeom>
            <a:avLst/>
            <a:gdLst/>
            <a:ahLst/>
            <a:rect l="0" t="0" r="r" b="b"/>
            <a:pathLst>
              <a:path fill="none" w="441" h="604">
                <a:moveTo>
                  <a:pt x="0" y="604"/>
                </a:moveTo>
                <a:cubicBezTo>
                  <a:pt x="0" y="337"/>
                  <a:pt x="70" y="171"/>
                  <a:pt x="441" y="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620800" y="3905280"/>
            <a:ext cx="95040" cy="182520"/>
          </a:xfrm>
          <a:custGeom>
            <a:avLst/>
            <a:gdLst/>
            <a:ahLst/>
            <a:rect l="0" t="0" r="r" b="b"/>
            <a:pathLst>
              <a:path fill="none" w="264" h="507">
                <a:moveTo>
                  <a:pt x="262" y="507"/>
                </a:moveTo>
                <a:cubicBezTo>
                  <a:pt x="262" y="301"/>
                  <a:pt x="301" y="92"/>
                  <a:pt x="0" y="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1000" bIns="8100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625840" y="2656800"/>
            <a:ext cx="139320" cy="161640"/>
          </a:xfrm>
          <a:custGeom>
            <a:avLst/>
            <a:gdLst/>
            <a:ahLst/>
            <a:rect l="0" t="0" r="r" b="b"/>
            <a:pathLst>
              <a:path fill="none" w="387" h="449">
                <a:moveTo>
                  <a:pt x="387" y="449"/>
                </a:moveTo>
                <a:cubicBezTo>
                  <a:pt x="387" y="238"/>
                  <a:pt x="301" y="78"/>
                  <a:pt x="0" y="0"/>
                </a:cubicBezTo>
              </a:path>
            </a:pathLst>
          </a:custGeom>
          <a:ln w="72000">
            <a:solidFill>
              <a:srgbClr val="6c16de"/>
            </a:solidFill>
            <a:round/>
          </a:ln>
        </p:spPr>
        <p:txBody>
          <a:bodyPr lIns="126000" rIns="126000" tIns="80640" bIns="80640" anchor="ctr">
            <a:noAutofit/>
          </a:bodyPr>
          <a:p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2026-09-15T12:53:55Z</dcterms:created>
  <dc:creator/>
  <dc:description/>
  <dc:language>en-AU</dc:language>
  <cp:lastModifiedBy/>
  <dcterms:modified xsi:type="dcterms:W3CDTF">2026-09-15T16:18:47Z</dcterms:modified>
  <cp:revision>11</cp:revision>
  <dc:subject/>
  <dc:title/>
</cp:coreProperties>
</file>